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BEA89-E7C1-4F7A-99C5-C2A7CAD4C6F5}" v="162" dt="2026-10-01T03:47:15.508"/>
    <p1510:client id="{9BC6364C-06DE-4543-141E-7E4442668144}" v="154" dt="2026-10-01T03:28:56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u, Alan Ren Hong" userId="S::alan.qiu@wsu.edu::2d8522d2-051e-429e-b004-e9e7a6e85780" providerId="AD" clId="Web-{9BC6364C-06DE-4543-141E-7E4442668144}"/>
    <pc:docChg chg="modSld">
      <pc:chgData name="Qiu, Alan Ren Hong" userId="S::alan.qiu@wsu.edu::2d8522d2-051e-429e-b004-e9e7a6e85780" providerId="AD" clId="Web-{9BC6364C-06DE-4543-141E-7E4442668144}" dt="2026-10-01T03:28:56.131" v="151" actId="20577"/>
      <pc:docMkLst>
        <pc:docMk/>
      </pc:docMkLst>
      <pc:sldChg chg="addSp modSp">
        <pc:chgData name="Qiu, Alan Ren Hong" userId="S::alan.qiu@wsu.edu::2d8522d2-051e-429e-b004-e9e7a6e85780" providerId="AD" clId="Web-{9BC6364C-06DE-4543-141E-7E4442668144}" dt="2026-10-01T03:28:56.131" v="151" actId="20577"/>
        <pc:sldMkLst>
          <pc:docMk/>
          <pc:sldMk cId="0" sldId="261"/>
        </pc:sldMkLst>
        <pc:spChg chg="mod">
          <ac:chgData name="Qiu, Alan Ren Hong" userId="S::alan.qiu@wsu.edu::2d8522d2-051e-429e-b004-e9e7a6e85780" providerId="AD" clId="Web-{9BC6364C-06DE-4543-141E-7E4442668144}" dt="2026-10-01T03:28:56.131" v="151" actId="20577"/>
          <ac:spMkLst>
            <pc:docMk/>
            <pc:sldMk cId="0" sldId="261"/>
            <ac:spMk id="5" creationId="{00000000-0000-0000-0000-000000000000}"/>
          </ac:spMkLst>
        </pc:spChg>
        <pc:picChg chg="add mod">
          <ac:chgData name="Qiu, Alan Ren Hong" userId="S::alan.qiu@wsu.edu::2d8522d2-051e-429e-b004-e9e7a6e85780" providerId="AD" clId="Web-{9BC6364C-06DE-4543-141E-7E4442668144}" dt="2026-10-01T03:27:39.225" v="107" actId="1076"/>
          <ac:picMkLst>
            <pc:docMk/>
            <pc:sldMk cId="0" sldId="261"/>
            <ac:picMk id="8" creationId="{4A342DB5-074F-ED07-338E-72C3A6EF2B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72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Greet. Stack = React 19 + TypeScript, Firebase Auth/Firestore/Hosting, Gemini through a Node proxy that keeps the key off the browser. Live app: https://connectionrecommender.web.app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of three planned deliverables slipped because the export import, relationship ranking and ranker rewrite took the sprint; those attack Sprint 3's sparse-data problem (blank titles) without scraping.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Then switch to the live demo (sign in, upload, search, vote, connections, dashboard). Ranker NDCG@10 old -&gt; new: tuning 0.610 -&gt; 0.980, blind holdout 0.590 -&gt; 0.687. Hosted app has AI off (no paid plan).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live GitHub board here (github.com/users/Tz-Ray/projects/4, private).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 at reports/sprint-4/sprint-4-report.md.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[Fill in: second meeting minutes]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[Fill in: which AI tools each member used, and how]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live app was updated on Sep 30 with the new ranker and ranking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planned client review (save criteria, star two profiles) needs #53.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One-sentence recap: Sprint 4 turned the prototype into a privacy-first, relationship-aware recommender.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1 ·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Network Connection Recommendation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ubtitle"/>
          <p:cNvSpPr txBox="1"/>
          <p:nvPr/>
        </p:nvSpPr>
        <p:spPr>
          <a:xfrm>
            <a:off x="548640" y="1572768"/>
            <a:ext cx="1109441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94A3B8"/>
                </a:solidFill>
                <a:latin typeface="Segoe UI"/>
                <a:cs typeface="Segoe UI"/>
              </a:rPr>
              <a:t>Sprint 4 · Aug 27 – Sep 30, 2026 · Team 9 · Client: Blake Gibson, Cowles Ventures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548640" y="2240280"/>
            <a:ext cx="11094415" cy="39044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Find who in your LinkedIn network to contact first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Tz-Ray Wang: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export import, search ranking, storage, proxy security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Alan Qiu: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ranking feedback, profile screen, chat widget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Sprint goal: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from basic search to an AI-assisted platform (target: 80% of features)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2 · SPRINT OBJECTIVES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Sprint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Ranking feedback and tuning (both) — </a:t>
            </a:r>
            <a:r>
              <a:rPr sz="2000" b="1">
                <a:solidFill>
                  <a:srgbClr val="22C55E"/>
                </a:solidFill>
                <a:latin typeface="Segoe UI"/>
                <a:cs typeface="Segoe UI"/>
              </a:rPr>
              <a:t>Done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AI profile pipeline (Alan) — </a:t>
            </a:r>
            <a:r>
              <a:rPr sz="2000" b="1">
                <a:solidFill>
                  <a:srgbClr val="F59E0B"/>
                </a:solidFill>
                <a:latin typeface="Segoe UI"/>
                <a:cs typeface="Segoe UI"/>
              </a:rPr>
              <a:t>Moved to Sprint 5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Saved searches and bookmarking (Tz-Ray) — </a:t>
            </a:r>
            <a:r>
              <a:rPr sz="2000" b="1">
                <a:solidFill>
                  <a:srgbClr val="F59E0B"/>
                </a:solidFill>
                <a:latin typeface="Segoe UI"/>
                <a:cs typeface="Segoe UI"/>
              </a:rPr>
              <a:t>Moved to Sprint 5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Added: full LinkedIn export import and a measured ranker rewrite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Added: Firestore storage and a secured AI proxy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3 · FEATURE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Feature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7471319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22 of 24 features working (92%); 2 moved to Sprint 5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Full LinkedIn export import; message text never kept (Tz-Ray)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Search that explains each match and favors people you know (Tz-Ray)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Relevant / Irrelevant votes reorder results (Alan)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Tested: 286 data tests, 31 rule tests, demo 10/10</a:t>
            </a:r>
          </a:p>
        </p:txBody>
      </p:sp>
      <p:pic>
        <p:nvPicPr>
          <p:cNvPr id="6" name="Picture 5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159" y="1691640"/>
            <a:ext cx="3165895" cy="4453128"/>
          </a:xfrm>
          <a:prstGeom prst="rect">
            <a:avLst/>
          </a:prstGeom>
          <a:ln w="12700">
            <a:solidFill>
              <a:srgbClr val="1E293B"/>
            </a:solidFill>
          </a:ln>
        </p:spPr>
      </p:pic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4 · KANBAN &amp; CONTRIBUTIONS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Kanban board and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Sprint 4: 22 issues, all closed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Tz-Ray: 7 solo + 8 shared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Alan: 7 solo + 8 shared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9 issues queued for Sprint 5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5 · REPORT &amp; DOCUMENTATION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Report and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Sprint 4 report follows the course template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Deliverables, benchmark and issue tables included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README and setup docs refreshed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6 · CLIENT MEETINGS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Client meetings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612140" y="1783080"/>
            <a:ext cx="6776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Sep 9, 2026: </a:t>
            </a:r>
            <a:r>
              <a:rPr lang="en-US" sz="2000" dirty="0">
                <a:solidFill>
                  <a:srgbClr val="E6EAF2"/>
                </a:solidFill>
                <a:latin typeface="Segoe UI"/>
                <a:cs typeface="Segoe UI"/>
              </a:rPr>
              <a:t>Reviewed</a:t>
            </a: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 the Sprint 4–6 plan</a:t>
            </a:r>
          </a:p>
          <a:p>
            <a:pPr marL="274320" indent="-274320">
              <a:lnSpc>
                <a:spcPct val="120000"/>
              </a:lnSpc>
              <a:spcAft>
                <a:spcPts val="1000"/>
              </a:spcAft>
              <a:buClr>
                <a:srgbClr val="3B82F6"/>
              </a:buClr>
              <a:buFont typeface="Arial,Sans-Serif"/>
              <a:buChar char="•"/>
            </a:pPr>
            <a:r>
              <a:rPr lang="en-US" sz="2000" dirty="0">
                <a:solidFill>
                  <a:srgbClr val="E6EAF2"/>
                </a:solidFill>
                <a:latin typeface="Segoe UI"/>
                <a:cs typeface="Segoe UI"/>
              </a:rPr>
              <a:t>Sep 16, 2026: Cancelled meeting by client</a:t>
            </a:r>
            <a:endParaRPr lang="en-US" sz="2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274320" indent="-274320">
              <a:lnSpc>
                <a:spcPct val="120000"/>
              </a:lnSpc>
              <a:spcAft>
                <a:spcPts val="1000"/>
              </a:spcAft>
              <a:buClr>
                <a:srgbClr val="3B82F6"/>
              </a:buClr>
              <a:buFont typeface="Arial,Sans-Serif"/>
              <a:buChar char="•"/>
            </a:pPr>
            <a:r>
              <a:rPr lang="en-US" sz="2000" dirty="0">
                <a:solidFill>
                  <a:srgbClr val="E6EAF2"/>
                </a:solidFill>
                <a:latin typeface="Segoe UI"/>
                <a:cs typeface="Segoe UI"/>
              </a:rPr>
              <a:t>Sep 23, 2026: Progress check with Sprint 4</a:t>
            </a:r>
            <a:endParaRPr lang="en-US" sz="2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274320" indent="-274320">
              <a:lnSpc>
                <a:spcPct val="120000"/>
              </a:lnSpc>
              <a:spcAft>
                <a:spcPts val="1000"/>
              </a:spcAft>
              <a:buClr>
                <a:srgbClr val="3B82F6"/>
              </a:buClr>
              <a:buFont typeface="Arial,Sans-Serif"/>
              <a:buChar char="•"/>
            </a:pPr>
            <a:r>
              <a:rPr lang="en-US" sz="2000" dirty="0">
                <a:solidFill>
                  <a:srgbClr val="E6EAF2"/>
                </a:solidFill>
                <a:latin typeface="Segoe UI"/>
                <a:cs typeface="Segoe UI"/>
              </a:rPr>
              <a:t>Sep 30, 2026: Progress check with Sprint 4</a:t>
            </a:r>
            <a:endParaRPr lang="en-US" sz="2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Feedback: </a:t>
            </a:r>
            <a:r>
              <a:rPr lang="en-US" sz="2000" dirty="0">
                <a:solidFill>
                  <a:srgbClr val="E6EAF2"/>
                </a:solidFill>
                <a:latin typeface="Segoe UI"/>
                <a:cs typeface="Segoe UI"/>
              </a:rPr>
              <a:t>Overall</a:t>
            </a: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 positive; </a:t>
            </a:r>
            <a:r>
              <a:rPr lang="en-US" sz="2000" dirty="0">
                <a:solidFill>
                  <a:srgbClr val="E6EAF2"/>
                </a:solidFill>
                <a:latin typeface="Segoe UI"/>
                <a:cs typeface="Segoe UI"/>
              </a:rPr>
              <a:t>Deliverables</a:t>
            </a: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 may change</a:t>
            </a:r>
          </a:p>
          <a:p>
            <a:pPr marL="274320" indent="-274320">
              <a:lnSpc>
                <a:spcPct val="120000"/>
              </a:lnSpc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lang="en-US" sz="2000" b="1" dirty="0">
                <a:solidFill>
                  <a:srgbClr val="F59E0B"/>
                </a:solidFill>
                <a:latin typeface="Segoe UI"/>
                <a:cs typeface="Segoe UI"/>
              </a:rPr>
              <a:t>Summary: Progress looks good and on track.</a:t>
            </a:r>
            <a:endParaRPr dirty="0"/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42DB5-074F-ED07-338E-72C3A6EF2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500" y="205154"/>
            <a:ext cx="4589015" cy="61741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7 · RESPONSIBLE USE OF GENAI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Responsible use of generative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Gemini only reorders people the app already found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It never sees message text or notes; AI is off on the hosted app</a:t>
            </a:r>
            <a:endParaRPr lang="en-US" sz="2000" b="0" dirty="0">
              <a:solidFill>
                <a:srgbClr val="E6EAF2"/>
              </a:solidFill>
              <a:latin typeface="Segoe UI"/>
              <a:cs typeface="Segoe UI"/>
            </a:endParaRP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lang="en-US" sz="2000" dirty="0">
                <a:solidFill>
                  <a:srgbClr val="E6EAF2"/>
                </a:solidFill>
                <a:latin typeface="Segoe UI"/>
                <a:cs typeface="Segoe UI"/>
              </a:rPr>
              <a:t>Claude code, Claude, Co-pilot, Gemini API</a:t>
            </a:r>
            <a:endParaRPr lang="en-US" sz="2000" dirty="0">
              <a:solidFill>
                <a:srgbClr val="F59E0B"/>
              </a:solidFill>
              <a:latin typeface="Segoe UI"/>
              <a:cs typeface="Segoe UI"/>
            </a:endParaRP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lang="en-US" sz="2000" b="0" dirty="0">
                <a:solidFill>
                  <a:srgbClr val="E6EAF2"/>
                </a:solidFill>
                <a:latin typeface="Segoe UI"/>
                <a:cs typeface="Segoe UI"/>
              </a:rPr>
              <a:t>The team reviews and tests every change and owns the result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Limit we hit: 0.98 on tuning data, 0.69 on blind data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8 · ACHIEVEMENTS &amp; CHALLENGES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Achievements and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Shipped export import, smarter search and ranking feedback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Blank titles → import the full LinkedIn export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Gemini replies cut off → turned off "thinking" tokens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Free tier, 20 AI calls a day → retries, fallback model, mock mode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 dirty="0">
                <a:solidFill>
                  <a:srgbClr val="E6EAF2"/>
                </a:solidFill>
                <a:latin typeface="Segoe UI"/>
                <a:cs typeface="Segoe UI"/>
              </a:rPr>
              <a:t>No paid plan → hosted app ships with AI off and a notice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9 · NEXT STEPS &amp; RETROSPECTIVE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Next steps and 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3B82F6"/>
                </a:solidFill>
                <a:latin typeface="Segoe UI"/>
                <a:cs typeface="Segoe UI"/>
              </a:rPr>
              <a:t>Next: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AI profile enrichment (#52), saved searches (#53)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3B82F6"/>
                </a:solidFill>
                <a:latin typeface="Segoe UI"/>
                <a:cs typeface="Segoe UI"/>
              </a:rPr>
              <a:t>Next: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fix the 7 ranking-feedback defects (#54–#60)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22C55E"/>
                </a:solidFill>
                <a:latin typeface="Segoe UI"/>
                <a:cs typeface="Segoe UI"/>
              </a:rPr>
              <a:t>Went well: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solved sparse data without scraping; gains measured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F59E0B"/>
                </a:solidFill>
                <a:latin typeface="Segoe UI"/>
                <a:cs typeface="Segoe UI"/>
              </a:rPr>
              <a:t>Improve: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2 of 3 planned deliverables slipped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F59E0B"/>
                </a:solidFill>
                <a:latin typeface="Segoe UI"/>
                <a:cs typeface="Segoe UI"/>
              </a:rPr>
              <a:t>Improve: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test features before merging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10 · CONCLUSION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Thanks to Blake Gibson and Cowles Ventures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Thanks to our instructor and TAs</a:t>
            </a:r>
          </a:p>
          <a:p>
            <a:pPr marL="274320" indent="-27432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3B82F6"/>
                </a:solidFill>
                <a:latin typeface="Segoe UI"/>
                <a:cs typeface="Segoe UI"/>
              </a:rPr>
              <a:t>connectionrecommender.web.app</a:t>
            </a:r>
          </a:p>
        </p:txBody>
      </p:sp>
      <p:sp>
        <p:nvSpPr>
          <p:cNvPr id="6" name="questions"/>
          <p:cNvSpPr txBox="1"/>
          <p:nvPr/>
        </p:nvSpPr>
        <p:spPr>
          <a:xfrm>
            <a:off x="548640" y="3977639"/>
            <a:ext cx="11094415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>
                <a:solidFill>
                  <a:srgbClr val="3B82F6"/>
                </a:solidFill>
                <a:latin typeface="Segoe UI"/>
                <a:cs typeface="Segoe UI"/>
              </a:rPr>
              <a:t>Questions?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4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D54A97A581C14089DF43404CF16C13" ma:contentTypeVersion="13" ma:contentTypeDescription="Create a new document." ma:contentTypeScope="" ma:versionID="196503447f3dad44876090dc87a147c2">
  <xsd:schema xmlns:xsd="http://www.w3.org/2001/XMLSchema" xmlns:xs="http://www.w3.org/2001/XMLSchema" xmlns:p="http://schemas.microsoft.com/office/2006/metadata/properties" xmlns:ns3="529f3d49-067d-40d6-84b4-d434d2a21e63" xmlns:ns4="2e8aa6e8-85d5-42a8-897f-1df8d1189ca3" targetNamespace="http://schemas.microsoft.com/office/2006/metadata/properties" ma:root="true" ma:fieldsID="1c64ca4c9482f1eb8167a47a1cd4dd0e" ns3:_="" ns4:_="">
    <xsd:import namespace="529f3d49-067d-40d6-84b4-d434d2a21e63"/>
    <xsd:import namespace="2e8aa6e8-85d5-42a8-897f-1df8d1189ca3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f3d49-067d-40d6-84b4-d434d2a21e6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aa6e8-85d5-42a8-897f-1df8d1189ca3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9f3d49-067d-40d6-84b4-d434d2a21e63" xsi:nil="true"/>
  </documentManagement>
</p:properties>
</file>

<file path=customXml/itemProps1.xml><?xml version="1.0" encoding="utf-8"?>
<ds:datastoreItem xmlns:ds="http://schemas.openxmlformats.org/officeDocument/2006/customXml" ds:itemID="{6F9BAE03-D3F0-444B-AFE3-28FE5FDB24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9f3d49-067d-40d6-84b4-d434d2a21e63"/>
    <ds:schemaRef ds:uri="2e8aa6e8-85d5-42a8-897f-1df8d1189c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A9A774F-E96C-419F-89E2-47039486F2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C80BBF-7CF8-4EBE-8292-CACE3FA323D8}">
  <ds:schemaRefs>
    <ds:schemaRef ds:uri="529f3d49-067d-40d6-84b4-d434d2a21e63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2e8aa6e8-85d5-42a8-897f-1df8d1189ca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876</Words>
  <Application>Microsoft Office PowerPoint</Application>
  <PresentationFormat>Widescreen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4 Review · Network Connection Recommendation Platform</dc:title>
  <dc:subject/>
  <dc:creator>Team 9</dc:creator>
  <cp:keywords/>
  <dc:description>generated using python-pptx</dc:description>
  <cp:lastModifiedBy>Wang, Tz-Ray</cp:lastModifiedBy>
  <cp:revision>2</cp:revision>
  <dcterms:created xsi:type="dcterms:W3CDTF">2013-01-27T09:14:16Z</dcterms:created>
  <dcterms:modified xsi:type="dcterms:W3CDTF">2026-10-01T04:49:41Z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0x0101001FD54A97A581C14089DF43404CF16C13</vt:lpwstr>
  </property>
</Properties>
</file>